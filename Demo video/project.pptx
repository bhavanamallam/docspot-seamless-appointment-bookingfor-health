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8" r:id="rId3"/>
    <p:sldId id="259" r:id="rId4"/>
    <p:sldId id="268" r:id="rId5"/>
    <p:sldId id="260" r:id="rId6"/>
    <p:sldId id="261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25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92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78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754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47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61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74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74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34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87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982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0599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849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32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3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57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60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43B0916-B682-4C8A-8974-A35CA3E89F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E566B5C-D43B-4FC5-91D9-C3586AD2E7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29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8BE9-6A76-B31A-FC73-7F041ED98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56260"/>
            <a:ext cx="10754686" cy="2578846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sz="6700" b="1" i="1" dirty="0">
                <a:solidFill>
                  <a:schemeClr val="tx2"/>
                </a:solidFill>
              </a:rPr>
              <a:t>SMART</a:t>
            </a:r>
            <a:r>
              <a:rPr lang="en-IN" sz="6700" i="1" dirty="0">
                <a:solidFill>
                  <a:schemeClr val="tx2"/>
                </a:solidFill>
              </a:rPr>
              <a:t> </a:t>
            </a:r>
            <a:r>
              <a:rPr lang="en-IN" sz="6700" b="1" i="1" dirty="0">
                <a:solidFill>
                  <a:schemeClr val="tx2"/>
                </a:solidFill>
              </a:rPr>
              <a:t>BRIDGE 2026  </a:t>
            </a:r>
            <a:br>
              <a:rPr lang="en-IN" sz="6700" b="1" i="1" dirty="0">
                <a:solidFill>
                  <a:schemeClr val="tx2"/>
                </a:solidFill>
              </a:rPr>
            </a:br>
            <a:r>
              <a:rPr lang="en-IN" sz="6700" b="1" i="1" dirty="0">
                <a:solidFill>
                  <a:schemeClr val="tx2"/>
                </a:solidFill>
              </a:rPr>
              <a:t>Internship project</a:t>
            </a:r>
            <a:br>
              <a:rPr lang="en-IN" sz="6700" b="1" dirty="0">
                <a:solidFill>
                  <a:schemeClr val="tx2"/>
                </a:solidFill>
              </a:rPr>
            </a:br>
            <a:r>
              <a:rPr lang="en-IN" sz="6700" dirty="0">
                <a:solidFill>
                  <a:schemeClr val="tx2"/>
                </a:solidFill>
              </a:rPr>
              <a:t>  </a:t>
            </a:r>
            <a:r>
              <a:rPr lang="en-IN" sz="67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7521-4E82-529E-70EF-996246760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399" y="2718032"/>
            <a:ext cx="10863742" cy="391765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IN" sz="4000" dirty="0">
                <a:solidFill>
                  <a:srgbClr val="7030A0"/>
                </a:solidFill>
                <a:latin typeface="Algerian" panose="04020705040A02060702" pitchFamily="82" charset="0"/>
              </a:rPr>
              <a:t>PROJECT NAME</a:t>
            </a:r>
            <a:r>
              <a:rPr lang="en-IN" sz="4000" dirty="0"/>
              <a:t>:</a:t>
            </a:r>
            <a:r>
              <a:rPr lang="en-IN" sz="4000" dirty="0">
                <a:solidFill>
                  <a:srgbClr val="7030A0"/>
                </a:solidFill>
                <a:latin typeface="Algerian" panose="04020705040A02060702" pitchFamily="82" charset="0"/>
              </a:rPr>
              <a:t> </a:t>
            </a:r>
            <a:r>
              <a:rPr lang="en-US" sz="3100" dirty="0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</a:rPr>
              <a:t>DOCSPOT: SEAMLESS APPOINTMENT BOOKING FOR HEALTH</a:t>
            </a:r>
          </a:p>
          <a:p>
            <a:pPr algn="just"/>
            <a:r>
              <a:rPr lang="en-IN" sz="3200" dirty="0">
                <a:solidFill>
                  <a:schemeClr val="accent6"/>
                </a:solidFill>
                <a:latin typeface="Algerian" panose="04020705040A02060702" pitchFamily="82" charset="0"/>
              </a:rPr>
              <a:t>TEAM ID</a:t>
            </a:r>
            <a:r>
              <a:rPr lang="en-IN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LTVIP2026TMIDS47812</a:t>
            </a:r>
          </a:p>
          <a:p>
            <a:pPr algn="just"/>
            <a:r>
              <a:rPr lang="en-IN" sz="3200" dirty="0">
                <a:solidFill>
                  <a:srgbClr val="7030A0"/>
                </a:solidFill>
                <a:latin typeface="Algerian" panose="04020705040A02060702" pitchFamily="82" charset="0"/>
              </a:rPr>
              <a:t>team members</a:t>
            </a:r>
            <a:r>
              <a:rPr lang="en-IN" sz="3200" dirty="0">
                <a:solidFill>
                  <a:srgbClr val="7030A0"/>
                </a:solidFill>
              </a:rPr>
              <a:t>: 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Dandu Chandrika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Kommera Sujana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Kotte Hemalatha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IN" dirty="0" err="1">
                <a:solidFill>
                  <a:schemeClr val="tx2">
                    <a:lumMod val="50000"/>
                  </a:schemeClr>
                </a:solidFill>
              </a:rPr>
              <a:t>Kodidela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 Maneesha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Mallam Bhavana                              </a:t>
            </a:r>
          </a:p>
          <a:p>
            <a:pPr algn="just"/>
            <a:endParaRPr lang="en-IN" dirty="0"/>
          </a:p>
          <a:p>
            <a:pPr algn="l"/>
            <a:r>
              <a:rPr lang="en-US" sz="3200" dirty="0">
                <a:solidFill>
                  <a:srgbClr val="7030A0"/>
                </a:solidFill>
                <a:latin typeface="Algerian" panose="04020705040A02060702" pitchFamily="82" charset="0"/>
              </a:rPr>
              <a:t>College Name: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KLM COLLEGE OF ENGINEERING FOR WOMEN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/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5FB81D-9626-1942-4AA8-06484A0E5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429000"/>
            <a:ext cx="4781725" cy="23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8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72DEE2-5B62-ED13-DDD8-FC607688550E}"/>
              </a:ext>
            </a:extLst>
          </p:cNvPr>
          <p:cNvSpPr txBox="1"/>
          <p:nvPr/>
        </p:nvSpPr>
        <p:spPr>
          <a:xfrm>
            <a:off x="960895" y="90727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chemeClr val="accent5"/>
                </a:solidFill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4E6C9-36AB-E0F5-1F6B-DE56BD3FDEDF}"/>
              </a:ext>
            </a:extLst>
          </p:cNvPr>
          <p:cNvSpPr txBox="1"/>
          <p:nvPr/>
        </p:nvSpPr>
        <p:spPr>
          <a:xfrm>
            <a:off x="1117201" y="2771307"/>
            <a:ext cx="95586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err="1"/>
              <a:t>DocSpot</a:t>
            </a:r>
            <a:r>
              <a:rPr lang="en-US" sz="2800" dirty="0"/>
              <a:t> is a digital healthcare appointment booking platform.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 It connects patients with doctors easily.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 Eliminates long waiting hours in hospitals.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 Provides quick and convenient access to healthcare services.</a:t>
            </a:r>
          </a:p>
        </p:txBody>
      </p:sp>
    </p:spTree>
    <p:extLst>
      <p:ext uri="{BB962C8B-B14F-4D97-AF65-F5344CB8AC3E}">
        <p14:creationId xmlns:p14="http://schemas.microsoft.com/office/powerpoint/2010/main" val="151727600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2E6D64-51E7-F904-B4DB-E8ACF71BCFFC}"/>
              </a:ext>
            </a:extLst>
          </p:cNvPr>
          <p:cNvSpPr txBox="1"/>
          <p:nvPr/>
        </p:nvSpPr>
        <p:spPr>
          <a:xfrm>
            <a:off x="851281" y="1083046"/>
            <a:ext cx="97319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rgbClr val="FF99CC"/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13366-4EAE-4BFC-3895-19B0C3822648}"/>
              </a:ext>
            </a:extLst>
          </p:cNvPr>
          <p:cNvSpPr txBox="1"/>
          <p:nvPr/>
        </p:nvSpPr>
        <p:spPr>
          <a:xfrm>
            <a:off x="712921" y="2828835"/>
            <a:ext cx="97319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 Long waiting times at hospitals.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 Manual appointment booking process.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 Lack of transparency in doctor availability.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 Difficulty in emergency scheduling.</a:t>
            </a:r>
          </a:p>
        </p:txBody>
      </p:sp>
    </p:spTree>
    <p:extLst>
      <p:ext uri="{BB962C8B-B14F-4D97-AF65-F5344CB8AC3E}">
        <p14:creationId xmlns:p14="http://schemas.microsoft.com/office/powerpoint/2010/main" val="186235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624D2-B5CA-C543-7AF9-3304CE05D72C}"/>
              </a:ext>
            </a:extLst>
          </p:cNvPr>
          <p:cNvSpPr txBox="1"/>
          <p:nvPr/>
        </p:nvSpPr>
        <p:spPr>
          <a:xfrm>
            <a:off x="557378" y="1168204"/>
            <a:ext cx="6094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rgbClr val="FFC000"/>
                </a:solidFill>
                <a:latin typeface="Algerian" panose="04020705040A02060702" pitchFamily="82" charset="0"/>
              </a:rPr>
              <a:t>Proposed Solution</a:t>
            </a:r>
            <a:endParaRPr lang="en-US" sz="4800" dirty="0"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AA62E-5873-9031-2343-80F47193EBE9}"/>
              </a:ext>
            </a:extLst>
          </p:cNvPr>
          <p:cNvSpPr txBox="1"/>
          <p:nvPr/>
        </p:nvSpPr>
        <p:spPr>
          <a:xfrm>
            <a:off x="769470" y="3168942"/>
            <a:ext cx="6600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800" dirty="0"/>
              <a:t>Online appointment booking system.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Real-time doctor availability updates.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Automated reminders via SMS/Email.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Secure patient data management</a:t>
            </a:r>
            <a:r>
              <a:rPr lang="en-US" sz="2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FC54F-6429-25A4-AECD-E9EEB8B0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869" y="2581713"/>
            <a:ext cx="4684114" cy="314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4995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29D2F0-616F-F235-E0C0-D2AB52C49332}"/>
              </a:ext>
            </a:extLst>
          </p:cNvPr>
          <p:cNvSpPr txBox="1"/>
          <p:nvPr/>
        </p:nvSpPr>
        <p:spPr>
          <a:xfrm>
            <a:off x="1172307" y="1029677"/>
            <a:ext cx="94722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chemeClr val="accent1"/>
                </a:solidFill>
                <a:latin typeface="Algerian" panose="04020705040A02060702" pitchFamily="82" charset="0"/>
              </a:rPr>
              <a:t>Technologies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C7C21-983F-B34C-3873-FD031CF871CE}"/>
              </a:ext>
            </a:extLst>
          </p:cNvPr>
          <p:cNvSpPr txBox="1"/>
          <p:nvPr/>
        </p:nvSpPr>
        <p:spPr>
          <a:xfrm>
            <a:off x="1055936" y="3181445"/>
            <a:ext cx="89113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</a:t>
            </a:r>
            <a:r>
              <a:rPr lang="en-IN" sz="2800" dirty="0"/>
              <a:t>Frontend: HTML, CSS, JavaScript / React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Backend: Python (Flask/Django)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Database: MySQL / MongoDB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Cloud Hosting Support</a:t>
            </a:r>
          </a:p>
        </p:txBody>
      </p:sp>
    </p:spTree>
    <p:extLst>
      <p:ext uri="{BB962C8B-B14F-4D97-AF65-F5344CB8AC3E}">
        <p14:creationId xmlns:p14="http://schemas.microsoft.com/office/powerpoint/2010/main" val="3498320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881AE5-90A1-CCA5-7F26-C845DC1A01ED}"/>
              </a:ext>
            </a:extLst>
          </p:cNvPr>
          <p:cNvSpPr txBox="1"/>
          <p:nvPr/>
        </p:nvSpPr>
        <p:spPr>
          <a:xfrm>
            <a:off x="1164310" y="1064325"/>
            <a:ext cx="68228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3"/>
                </a:solidFill>
                <a:latin typeface="Algerian" panose="04020705040A02060702" pitchFamily="82" charset="0"/>
              </a:rPr>
              <a:t>System 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7D428-1627-F847-59BC-809A3642B056}"/>
              </a:ext>
            </a:extLst>
          </p:cNvPr>
          <p:cNvSpPr txBox="1"/>
          <p:nvPr/>
        </p:nvSpPr>
        <p:spPr>
          <a:xfrm>
            <a:off x="1164310" y="3261628"/>
            <a:ext cx="68824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 User Interface (Patient &amp; Admin Panel)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 Application Server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 Database Server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 Notification &amp; Payment Gateway Integration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D94CE-6273-3F20-C6DE-55B229ABF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747" y="2688720"/>
            <a:ext cx="4149718" cy="287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7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0D0B3-D736-E081-2EE3-A062259BB6E8}"/>
              </a:ext>
            </a:extLst>
          </p:cNvPr>
          <p:cNvSpPr txBox="1"/>
          <p:nvPr/>
        </p:nvSpPr>
        <p:spPr>
          <a:xfrm>
            <a:off x="1613876" y="83289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Key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61A75-FD65-1449-0354-03E8BB384ADE}"/>
              </a:ext>
            </a:extLst>
          </p:cNvPr>
          <p:cNvSpPr txBox="1"/>
          <p:nvPr/>
        </p:nvSpPr>
        <p:spPr>
          <a:xfrm>
            <a:off x="1128736" y="2659559"/>
            <a:ext cx="9682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User Registration &amp; Login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Book, Cancel &amp; Reschedule Appointments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Search Doctors by Specialty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Digital Prescription Storage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Payment Integration</a:t>
            </a:r>
          </a:p>
        </p:txBody>
      </p:sp>
    </p:spTree>
    <p:extLst>
      <p:ext uri="{BB962C8B-B14F-4D97-AF65-F5344CB8AC3E}">
        <p14:creationId xmlns:p14="http://schemas.microsoft.com/office/powerpoint/2010/main" val="322050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F5137D-12C2-9D00-DB49-93E48594C39B}"/>
              </a:ext>
            </a:extLst>
          </p:cNvPr>
          <p:cNvSpPr txBox="1"/>
          <p:nvPr/>
        </p:nvSpPr>
        <p:spPr>
          <a:xfrm>
            <a:off x="1160020" y="923970"/>
            <a:ext cx="6096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 err="1">
                <a:solidFill>
                  <a:schemeClr val="accent6"/>
                </a:solidFill>
                <a:latin typeface="Algerian" panose="04020705040A02060702" pitchFamily="82" charset="0"/>
              </a:rPr>
              <a:t>AdvantageS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30F1A-2A69-5E74-9ED7-8E8E45C65CCC}"/>
              </a:ext>
            </a:extLst>
          </p:cNvPr>
          <p:cNvSpPr txBox="1"/>
          <p:nvPr/>
        </p:nvSpPr>
        <p:spPr>
          <a:xfrm>
            <a:off x="605598" y="2621022"/>
            <a:ext cx="6094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Saves Time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Reduces Hospital Crowding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Improves Patient Experience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Easy Access to Medical Records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CC2F5-0022-C9FE-DC6C-FABB9515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467" y="1970410"/>
            <a:ext cx="4883160" cy="335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84785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C7A5F-9E36-C493-AB6E-C64FA6276D3D}"/>
              </a:ext>
            </a:extLst>
          </p:cNvPr>
          <p:cNvSpPr txBox="1"/>
          <p:nvPr/>
        </p:nvSpPr>
        <p:spPr>
          <a:xfrm>
            <a:off x="1998980" y="998192"/>
            <a:ext cx="751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22A9A-54D1-A00D-932E-27F444540A81}"/>
              </a:ext>
            </a:extLst>
          </p:cNvPr>
          <p:cNvSpPr txBox="1"/>
          <p:nvPr/>
        </p:nvSpPr>
        <p:spPr>
          <a:xfrm>
            <a:off x="1016000" y="2644170"/>
            <a:ext cx="8173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AI-based Doctor Recommendation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Video Consultation Feature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Mobile Application Development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Integration with Health Insurance Systems</a:t>
            </a:r>
          </a:p>
        </p:txBody>
      </p:sp>
    </p:spTree>
    <p:extLst>
      <p:ext uri="{BB962C8B-B14F-4D97-AF65-F5344CB8AC3E}">
        <p14:creationId xmlns:p14="http://schemas.microsoft.com/office/powerpoint/2010/main" val="168966085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661BF3-8A90-805B-BF05-E151DE56D3B9}"/>
              </a:ext>
            </a:extLst>
          </p:cNvPr>
          <p:cNvSpPr txBox="1"/>
          <p:nvPr/>
        </p:nvSpPr>
        <p:spPr>
          <a:xfrm>
            <a:off x="3049003" y="1060201"/>
            <a:ext cx="6093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51390-1609-12EB-69F1-39E91549BA75}"/>
              </a:ext>
            </a:extLst>
          </p:cNvPr>
          <p:cNvSpPr txBox="1"/>
          <p:nvPr/>
        </p:nvSpPr>
        <p:spPr>
          <a:xfrm>
            <a:off x="483268" y="2578715"/>
            <a:ext cx="108324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DocSpot</a:t>
            </a:r>
            <a:r>
              <a:rPr lang="en-US" sz="2800" dirty="0"/>
              <a:t> simplifies healthcare appointment booking by providing</a:t>
            </a:r>
          </a:p>
          <a:p>
            <a:r>
              <a:rPr lang="en-US" sz="2800" dirty="0"/>
              <a:t>a fast, secure, and user-friendly digital platform.</a:t>
            </a:r>
          </a:p>
          <a:p>
            <a:r>
              <a:rPr lang="en-US" sz="2800" dirty="0"/>
              <a:t>It enhances efficiency for both patients and healthcare providers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435321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96</TotalTime>
  <Words>267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Baskerville Old Face</vt:lpstr>
      <vt:lpstr>Courier New</vt:lpstr>
      <vt:lpstr>Tw Cen MT</vt:lpstr>
      <vt:lpstr>Wingdings</vt:lpstr>
      <vt:lpstr>Droplet</vt:lpstr>
      <vt:lpstr>  SMART BRIDGE 2026   Internship project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dandu chandrika</dc:creator>
  <cp:lastModifiedBy>dandu chandrika</cp:lastModifiedBy>
  <cp:revision>3</cp:revision>
  <dcterms:created xsi:type="dcterms:W3CDTF">2026-02-18T06:10:05Z</dcterms:created>
  <dcterms:modified xsi:type="dcterms:W3CDTF">2026-02-19T05:20:37Z</dcterms:modified>
</cp:coreProperties>
</file>